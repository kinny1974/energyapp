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JetBrains Mon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1575" y="1401067"/>
            <a:ext cx="2228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029717"/>
            <a:ext cx="1160145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Análisis Inteligente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7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de la Demanda ⚡🤖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8236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Guía de inicio rápido: Arquitectura, Stack &amp; Convenciones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5900" y="5028158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4550" y="514320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19850" y="5028158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7539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57250" y="234687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Objetivo: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Gestión y análisis inteligente de consumo energético.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14697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"Core" del Negocio: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Comparamos curvas reales vs. históricas.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94707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Magia (IA):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Usamos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Google Gemini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detectar anomalías y cambios de hábitos.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74717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Valor: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Ahorro tangible y mantenimiento predictivo automático.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234687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314697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94707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74717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Visión: ¿Qué estamos construyendo?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5390"/>
            <a:ext cx="3492549" cy="405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455390"/>
            <a:ext cx="3492549" cy="405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455390"/>
            <a:ext cx="3492549" cy="405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91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Principio Clave: Separación de Responsabilidades (SoC)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41450" y="17506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787634" y="2893665"/>
            <a:ext cx="106013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531887" y="3440310"/>
            <a:ext cx="1571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React + Vite + TS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3931741"/>
            <a:ext cx="290199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Capa de Presentación. Visualización de datos y UX.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17506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90936" y="2893665"/>
            <a:ext cx="101012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353050" y="3440310"/>
            <a:ext cx="14859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FastAPI + Python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852987" y="3931741"/>
            <a:ext cx="24860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Capa de Negocio. Orquesta IA y lógica.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98049" y="17506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319230" y="2893665"/>
            <a:ext cx="111013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388524" y="3440310"/>
            <a:ext cx="971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607474" y="3931741"/>
            <a:ext cx="25336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Capa de Datos. Persistencia de lecturas.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9575" y="1988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875" y="1988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64749" y="198879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Arquitectura: La Vista de 10,000 Pies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2287041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 Python + FastAPI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75395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87041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857250" y="2673548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FastAPI: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Microframework asíncrono de alto rendimiento.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7250" y="34736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SQLAlchemy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ORM para PostgreSQL.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7250" y="39689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Pandas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Manipulación de series temporales (ETL).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57250" y="44642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google-generativeai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Cliente API Gemini.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57250" y="49595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Pydantic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Validación de datos robusta.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26735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34736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39689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44642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71500" y="49595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 Cerebro: Backend Stack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18" y="1730478"/>
            <a:ext cx="4435407" cy="3960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381750" y="2439441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React + TypeScript</a:t>
            </a:r>
            <a:endParaRPr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39441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667500" y="28259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 tool ultra-rápido con HMR.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67500" y="33212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TypeScript: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Tipado estático para mantenibilidad.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67500" y="38165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recharts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Gráficas interactivas (Dashboard).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667500" y="43118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tailwindcss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Estilizado utility-first.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0" y="480714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axios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Comunicación API REST.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381750" y="28259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381750" y="33212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81750" y="38165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381750" y="43118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81750" y="4807148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Cara Visible: Frontend Stack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209C94-D629-A3BA-6AA3-5F9B322AF1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75" r="24788"/>
          <a:stretch>
            <a:fillRect/>
          </a:stretch>
        </p:blipFill>
        <p:spPr>
          <a:xfrm>
            <a:off x="733418" y="1730478"/>
            <a:ext cx="4435407" cy="3960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023044"/>
            <a:ext cx="5238750" cy="5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09651"/>
            <a:ext cx="52387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571500" y="1023044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Mapa del Tesoro 🗺️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140955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backend sigue una estructura modular. La lógica de negocio está estrictamente separada de los endpoints.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62000" y="2590651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services/energy_service.py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 donde ocurre la magia del análisis.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153275" y="14707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backend/app/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153275" y="19660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main.py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Entry point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153275" y="24613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api/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153275" y="29566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└──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endpoints.py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Rutas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153275" y="34519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services/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Lógica Negocio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153275" y="39472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├──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energy_service.py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153275" y="44425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└──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chat_service.py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Gemini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153275" y="49378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</a:t>
            </a: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data/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Persistencia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153275" y="54331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models.py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153275" y="592841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database.py</a:t>
            </a:r>
            <a:endParaRPr/>
          </a:p>
        </p:txBody>
      </p:sp>
      <p:pic>
        <p:nvPicPr>
          <p:cNvPr id="196" name="Google Shape;19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647801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762000" y="139154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Explorando el Código: Backend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139154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5390"/>
            <a:ext cx="5238750" cy="483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41996"/>
            <a:ext cx="52387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6381750" y="1455390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Organización UI 🎨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381750" y="184189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 + Vite. Todo componente reutilizable vive en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components/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343025" y="19030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frontend/src/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343025" y="23983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main.tsx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Render raiz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343025" y="28936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App.tsx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Layout principal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343025" y="33889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components/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343025" y="38842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├──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EnergyDashboard.tsx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343025" y="43795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└──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EnergyChatbot.tsx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343025" y="48748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</a:t>
            </a:r>
            <a:r>
              <a:rPr lang="en-US" sz="1500" b="1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services/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343025" y="537016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api.ts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Axios calls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572250" y="3022996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Centralizamos todas las llamadas externas en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services/api.ts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mantener los componentes limpios.</a:t>
            </a:r>
            <a:endParaRPr/>
          </a:p>
        </p:txBody>
      </p:sp>
      <p:pic>
        <p:nvPicPr>
          <p:cNvPr id="217" name="Google Shape;21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3080146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Explorando el Código: Frontend</a:t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1690"/>
            <a:ext cx="3136850" cy="3954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7500" y="2331690"/>
            <a:ext cx="3136850" cy="3954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3500" y="2331690"/>
            <a:ext cx="3136850" cy="39548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1500" y="164589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Desacoplamos acciones secundarias (logs, alertas) de la lógica principal.</a:t>
            </a:r>
            <a:endParaRPr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3600" y="26269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1439763" y="3769965"/>
            <a:ext cx="140017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Subject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354038" y="4316610"/>
            <a:ext cx="1571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energy_service.py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66775" y="4865191"/>
            <a:ext cx="25463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Emite eventos cuando ocurre algo importante (ej. "anomalía detectada").</a:t>
            </a:r>
            <a:endParaRPr/>
          </a:p>
        </p:txBody>
      </p:sp>
      <p:pic>
        <p:nvPicPr>
          <p:cNvPr id="233" name="Google Shape;23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94100" y="416614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601" y="26269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5220741" y="3769965"/>
            <a:ext cx="17502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Observers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524351" y="4316610"/>
            <a:ext cx="114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observers.py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822775" y="4865191"/>
            <a:ext cx="25463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Escuchan y reaccionan (ej. </a:t>
            </a: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LoggingObserver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50100" y="416614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75601" y="26269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9431774" y="3769965"/>
            <a:ext cx="124015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Extensible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9170789" y="4316610"/>
            <a:ext cx="1762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¿Necesitas enviar email?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778775" y="4865191"/>
            <a:ext cx="25463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Solo crea un nuevo Observer. No toques el servicio principal.</a:t>
            </a:r>
            <a:endParaRPr/>
          </a:p>
        </p:txBody>
      </p:sp>
      <p:pic>
        <p:nvPicPr>
          <p:cNvPr id="243" name="Google Shape;243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73150" y="286509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6301" y="286509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13726" y="286509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Patrón de Diseño: Observer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5390"/>
            <a:ext cx="5238750" cy="483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5390"/>
            <a:ext cx="523875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771525" y="210309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cd backend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71525" y="2398365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-m venv .venv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71525" y="269364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.venv/bin/activate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71525" y="2988915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 install -r requirements.txt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771525" y="328419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Configura .env con DATABASE_URL 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771525" y="3579465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-m app.main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771525" y="396999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Server running on port 8000...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581775" y="210309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cd frontend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581775" y="2398365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install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81775" y="269364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run dev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81775" y="3084165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Ready in 300ms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581775" y="3284190"/>
            <a:ext cx="4838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http://localhost:3000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771525" y="1655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962025" y="1655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1152525" y="1655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438275" y="1655415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Terminal 1 - Backend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6581775" y="1655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6772275" y="1655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6962775" y="1655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7248525" y="1655415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Terminal 2 - Frontend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Manos a la Obra: Setup</a:t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2309"/>
            <a:ext cx="2430660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3108870"/>
            <a:ext cx="2430660" cy="152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3108870"/>
            <a:ext cx="2430660" cy="152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3108870"/>
            <a:ext cx="2430660" cy="15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571500" y="387087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730760" y="3211859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Branch Off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781050" y="3573809"/>
            <a:ext cx="20115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Desde </a:t>
            </a: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develop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781050" y="3969990"/>
            <a:ext cx="20115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feat/new-chart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bugfix/tooltip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3603441" y="3318420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Code &amp; Commit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3653730" y="3680370"/>
            <a:ext cx="20115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Conventional Commits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3653730" y="4076551"/>
            <a:ext cx="201156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"feat: Add auth endpoint"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476121" y="3318420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Test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526410" y="3680370"/>
            <a:ext cx="20115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Local &amp; Unit Tests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526410" y="4076551"/>
            <a:ext cx="201156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python -m pytest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9348802" y="3318420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 Pull Request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9399091" y="3680370"/>
            <a:ext cx="20115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Hacia </a:t>
            </a: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develop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399091" y="4076551"/>
            <a:ext cx="201156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Code Review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Workflow &amp; Git Strategy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952500" y="762000"/>
            <a:ext cx="4350543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762000" y="7620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762000" y="1712714"/>
            <a:ext cx="4550568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Tu Primera Misión 🚀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62000" y="4289970"/>
            <a:ext cx="4550568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Docs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762000" y="4628852"/>
            <a:ext cx="4333875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SQLAlchemy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Google AI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762000" y="2203995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 el debugger: sigue el flujo desde UI hasta Backend.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762000" y="2956470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Ejecuta un test en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test_anomalies.py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762000" y="3404145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Busca los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TODO: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 el código.</a:t>
            </a:r>
            <a:endParaRPr/>
          </a:p>
        </p:txBody>
      </p:sp>
      <p:pic>
        <p:nvPicPr>
          <p:cNvPr id="315" name="Google Shape;31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26114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01362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46129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/>
          <p:nvPr/>
        </p:nvSpPr>
        <p:spPr>
          <a:xfrm>
            <a:off x="571500" y="29823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571500" y="47499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5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1666875" y="215190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https://easy-peasy.ai/cdn-cgi/image/quality=95,format=auto,width=800/https://media.easy-peasy.ai/27feb2bb-aeb4-4a83-9fb6-8f3f2a15885e/5f471bfc-d356-47de-8f6c-510c7f1dfa1e.png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1666875" y="25957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pic>
        <p:nvPicPr>
          <p:cNvPr id="329" name="Google Shape;32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41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 txBox="1"/>
          <p:nvPr/>
        </p:nvSpPr>
        <p:spPr>
          <a:xfrm>
            <a:off x="1666875" y="31347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https://images.stockcake.com/public/b/d/e/bde27e4b-7573-4b48-993d-7b34e7cb291c_large/futuristic-server-room-stockcake.jpg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1666875" y="33804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id="332" name="Google Shape;33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252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1666875" y="391953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https://media2.dev.to/dynamic/image/width=1000,height=420,fit=cover,gravity=auto,format=auto/https%3A%2F%2Fdev-to-uploads.s3.amazonaws.com%2Fuploads%2Farticles%2F9y91qg6iauow7qddbmep.png</a:t>
            </a:r>
            <a:endParaRPr dirty="0"/>
          </a:p>
        </p:txBody>
      </p:sp>
      <p:sp>
        <p:nvSpPr>
          <p:cNvPr id="334" name="Google Shape;334;p24"/>
          <p:cNvSpPr txBox="1"/>
          <p:nvPr/>
        </p:nvSpPr>
        <p:spPr>
          <a:xfrm>
            <a:off x="1666875" y="43633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dev.to</a:t>
            </a:r>
            <a:endParaRPr/>
          </a:p>
        </p:txBody>
      </p:sp>
      <p:pic>
        <p:nvPicPr>
          <p:cNvPr id="335" name="Google Shape;33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080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 txBox="1"/>
          <p:nvPr/>
        </p:nvSpPr>
        <p:spPr>
          <a:xfrm>
            <a:off x="1666875" y="490239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https://png.pngtree.com/thumb_back/fw800/background/20250828/pngtree-dark-room-with-multiple-monitors-displaying-code-in-high-tech-setup-image_17931750.webp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1666875" y="53462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Panorámica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JetBrains Mono</vt:lpstr>
      <vt:lpstr>Inter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jhon eduar valencia</dc:creator>
  <cp:lastModifiedBy>JHON EDUAR VALENCIA LOPEZ</cp:lastModifiedBy>
  <cp:revision>1</cp:revision>
  <dcterms:modified xsi:type="dcterms:W3CDTF">2025-11-24T23:14:42Z</dcterms:modified>
</cp:coreProperties>
</file>