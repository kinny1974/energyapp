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Urbanist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1262" y="4327028"/>
            <a:ext cx="72294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030491" y="2045196"/>
            <a:ext cx="8131016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ANÁLISIS INTELIGENTE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 LA DEMANDA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71887" y="3744217"/>
            <a:ext cx="48482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Transforme sus datos en ahorro real.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2774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3727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500" y="2051000"/>
            <a:ext cx="48577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Pérdidas Silenciosas: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consumo fantasma y los fallos en equipos no avisan, se comen su presupuesto.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3386137"/>
            <a:ext cx="48577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Reactivo: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análisis manual es lento. Para cuando detecta el problema en la factura, el dinero ya se perdió.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721274"/>
            <a:ext cx="48577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Ceguera Operativa: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datos en tiempo real, está tomando decisiones a ciegas.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¿Sabe dónde se esconde el </a:t>
            </a:r>
            <a:r>
              <a:rPr lang="en-US" sz="3600" b="1" i="0" u="none" strike="noStrike" cap="none">
                <a:solidFill>
                  <a:srgbClr val="FB923C"/>
                </a:solidFill>
                <a:latin typeface="Urbanist"/>
                <a:ea typeface="Urbanist"/>
                <a:cs typeface="Urbanist"/>
                <a:sym typeface="Urbanist"/>
              </a:rPr>
              <a:t>costo real</a:t>
            </a: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98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33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6889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2774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2015728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Deje de reaccionar. Comience a anticipar.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3727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52500" y="2451943"/>
            <a:ext cx="48577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Vigilancia 24/7: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Nuestra plataforma monitorea su energía constantemente usando Inteligencia Artificial.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3787080"/>
            <a:ext cx="48577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Experto Virtual: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Potenciado por Google Gemini, no solo muestra datos, los interpreta.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756546"/>
            <a:ext cx="48577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Proactividad: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Detecta anomalías al instante, no a fin de mes.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La Solución: </a:t>
            </a: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Inteligencia Activa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9956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347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0417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1928"/>
            <a:ext cx="3492549" cy="355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91928"/>
            <a:ext cx="3492549" cy="355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91928"/>
            <a:ext cx="3492549" cy="355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67375" y="2387203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89075" y="2387203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1672619" y="3434953"/>
            <a:ext cx="129016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1. Conecte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3871168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Cargue su historial (CSV) con un solo clic. Compatible con cualquier medidor del mercado.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320903" y="3434953"/>
            <a:ext cx="15501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2. Configure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45074" y="3871168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Nuestra IA analiza automáticamente su consumo real frente al comportamiento esperado.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45674" y="2387203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894177" y="3434953"/>
            <a:ext cx="196024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3. Diagnostique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23374" y="3871168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Reciba alertas claras y recomendaciones de acción instantáneas, no tablas complejas.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17662" y="2577703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64749" y="2577703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Potencia al alcance de todos en </a:t>
            </a: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3 Pasos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762000"/>
            <a:ext cx="5000625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Su propio experto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energético virtual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762000"/>
            <a:ext cx="57150" cy="10057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2450008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Integramos la potencia de la IA para "leer" sus curvas de energía.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3528119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Lenguaje Natural: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Reciba diagnósticos como "Pico inusual a las 3 AM por climatización" en lugar de datos crudos.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4863256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Profundo: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Entiende el contexto de su operación para evitar falsas alarmas.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7574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1088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2774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2295822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Decisiones, no solo datos.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2773858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Nuestro panel de control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muestra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intuitivamente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brecha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entre lo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pagó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 lo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debería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haber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pagado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737270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52500" y="412629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Identifique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desvíos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instante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4730087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Tome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acciones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correctivas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inmediatas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952500" y="5333882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Dashboard moderno y fácil de usar.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Visualización de </a:t>
            </a: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Alto Impacto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39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77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38150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720476"/>
            <a:ext cx="5429250" cy="322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720476"/>
            <a:ext cx="5429250" cy="322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33850"/>
            <a:ext cx="5429250" cy="2887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133850"/>
            <a:ext cx="5429250" cy="2887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57500" y="1015751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975961" y="2063501"/>
            <a:ext cx="262032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Reducción de Costos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2499717"/>
            <a:ext cx="4838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Reduzca su factura eléctrica hasta en un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15%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detectando ineficiencias.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0" y="1015751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250668" y="2063501"/>
            <a:ext cx="331041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Mantenimiento Predictivo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486525" y="2499717"/>
            <a:ext cx="4838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Anticipe fallos en maquinaria identificando consumos irregulares antes de que paren su operación.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57500" y="442912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1740931" y="5476875"/>
            <a:ext cx="309038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Optimización Operativa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66775" y="5913090"/>
            <a:ext cx="4838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Entienda sus patrones de consumo para optimizar turnos y uso de activos.</a:t>
            </a:r>
            <a:endParaRPr/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0" y="4429125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350680" y="5476875"/>
            <a:ext cx="311038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Auditorías Simplificadas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486525" y="5913090"/>
            <a:ext cx="4838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Genere reportes automáticos para justificar desviaciones con datos objetivos.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19425" y="1206251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67750" y="120625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48000" y="46196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724900" y="4619625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762000" y="129629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Más que software, un </a:t>
            </a:r>
            <a:r>
              <a:rPr lang="en-US" sz="36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motor de ahorro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129629"/>
            <a:ext cx="57150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6925" y="1422052"/>
            <a:ext cx="8058150" cy="401374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2475547" y="2003077"/>
            <a:ext cx="724090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¿Listo para tomar el control?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2647950" y="2780258"/>
            <a:ext cx="68961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Deje que sus datos trabajen para usted.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1300" y="462617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3124200" y="4626173"/>
            <a:ext cx="11620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Jhon Valencia</a:t>
            </a:r>
            <a:endParaRPr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0" y="462617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038725" y="4626173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magallanes69@gmail.com</a:t>
            </a:r>
            <a:endParaRPr/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7150" y="462617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8048625" y="4626173"/>
            <a:ext cx="1362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jhonvalencia.net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/>
          <p:nvPr/>
        </p:nvSpPr>
        <p:spPr>
          <a:xfrm>
            <a:off x="571500" y="28832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71500" y="38661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71500" y="46508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666875" y="225087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https://image.slidesdocs.com/responsive-images/slides/0-colorful-bar-chart-on-dark-background-with-icons-powerpoint-background_e42f4ca961__960_540.jpg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666875" y="249659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slidesdocs.com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41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666875" y="303564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https://static.vecteezy.com/system/resources/previews/007/875/517/non_2x/abstract-technology-ai-computing-concept-ai-brain-working-data-of-artificial-intelligence-and-futuristic-digital-for-future-on-dark-blue-background-vector.jpg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666875" y="34794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250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1666875" y="40185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https://cdn.dribbble.com/userupload/18319424/file/still-b6f1c5e012020233c652703ad0359881.png?resize=400x0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666875" y="42642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  <p:pic>
        <p:nvPicPr>
          <p:cNvPr id="232" name="Google Shape;23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089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1666875" y="480327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https://static.vecteezy.com/system/resources/previews/054/760/786/non_2x/abstract-digital-network-of-sparkling-glowing-dots-and-interconnected-lines-on-dark-blue-background-modern-and-sophisticated-background-vector.jpg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666875" y="52470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501</Words>
  <Application>Microsoft Office PowerPoint</Application>
  <PresentationFormat>Panorámica</PresentationFormat>
  <Paragraphs>51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Urbanist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jhon eduar valencia</dc:creator>
  <cp:lastModifiedBy>JHON EDUAR VALENCIA LOPEZ</cp:lastModifiedBy>
  <cp:revision>2</cp:revision>
  <dcterms:modified xsi:type="dcterms:W3CDTF">2025-11-24T23:05:55Z</dcterms:modified>
</cp:coreProperties>
</file>